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12C86A-89E2-4B1E-AA6E-DF8D3B4BC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72E9BF3-827F-4DC3-A482-1AA19006C6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CCD809-596D-431B-8DCD-7319DE6D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FCF66C-DA7C-4196-ACE4-551102A1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002220-D580-48A3-A637-293167E80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0713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DF281-E4BF-48AF-A2CF-0909D11EB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EE7CC0-94B4-413C-9B37-77F4DF627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FF22C3-4418-49AF-B7FA-BA532D33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1D815D-3D06-457F-9D57-00C1ADDC0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7A8C5C-EAB3-45EA-B35F-3DF392AE7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5226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BC2866-A85C-4887-98D4-40944422F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361F77-3713-4AA2-BFFC-C0020E7C6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752AE0-1E11-40CA-A617-B6B36F869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5CD246-964E-403C-B018-A67F4AF8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C49EB3-4324-4B5C-995E-237E5E347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45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19CB03-925A-4B50-A56B-76D3E640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E14FEC-39B9-47F4-B86C-C19D3283C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B46A1F9-FC8D-41B4-9AA7-F10262D98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A2FF69-1A69-4C7F-9DF3-F6348D519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8481E8-6352-45E8-B0E4-03216B41F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B080613-564C-48F0-954A-06E43A0B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2414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98F3E8-E43F-40BF-9E0A-AEAEB236C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6578D5-AC0C-4BD1-A8DC-406DAA35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B787F9C-1371-4AD6-8EC3-4E11FFCC3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21676D2-418A-4831-A01C-EEFE9776A0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E4D8263-8A84-4C2C-A754-3893DBF291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9FE4017-4CDB-45B8-AEB9-C69F78DEF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4DACD2F-2177-420C-ADE9-BF349C554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57EFF02-416A-457F-AFD5-486EE5A6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596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0BA74E-412D-47BE-97A5-C46D047B5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521D0E0-C0BF-4362-BF9B-12A30E8E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0E68ECC-E344-4489-A5A4-63BDE10C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CA8EB28-6A09-48BD-9DE4-FDC68EEC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5518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EC9FBD7-9BCD-4E9A-947A-2653CA86E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73CC742-F2E3-4E4C-85BF-7476E0DD9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B3F2DC-F7B0-4C4D-B8C5-FA4C1E9BB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667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CFE35C-6C22-42E1-886B-8918F2C9D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9A42F7-5FF3-4C1C-8059-ED344690E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28AB7CB-CC53-491F-86D0-5347A50FF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536C00-561D-415C-A600-BBC974D6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53E7974-763C-429F-8EC4-C871B09A3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4290706-4C29-40E1-A78E-B9EFE4061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907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0D1A80-F040-4346-9B93-7493CB50C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B615543-86E4-4374-ACC0-BB27626545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63A1D6D-6782-4DAA-8D2C-A484099A5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0E2DC0-E170-4943-9A85-F062F91C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64999A-86F3-4C2B-B962-BE88E1D6B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00B6C4-4A6B-4D14-B159-A8D5AB7D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136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D98226-FE3F-41E1-BEEB-4AC12220B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3BC125C-18A9-42DC-A4CD-10A649243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7C64B5-39A8-49A8-84FE-ADF2588D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694A0D-7EBD-44B2-A1CD-6D1609FFC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0155EC-06B4-4273-B603-7C3910350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569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ACB9447-6731-450C-9DB3-DD22D52E75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C81C1A1-6187-414A-BE07-32775A773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8F53B0-1AD2-47CC-BF9B-07A7BCC05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5E88-E88A-4B66-BA32-F76D7EF38050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7AD5FE-45EB-46C1-8484-0234C2493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543604-82AF-45D9-A6EE-1FB6259BA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549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F8E906C-1D2E-42E3-BA1F-06FEA5EF2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EA9ACD-CD5E-449F-B654-E4A6D4580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3D1E91-4A70-4EBC-9254-9CE57C73A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B35E88-E88A-4B66-BA32-F76D7EF38050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E4D8C76-BA68-4183-849C-EDDEA815B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F5584B-E6C7-4232-826E-B78848ABE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F6D3E-4720-420C-92A9-80EC643EAC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4464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0DAD98C5-DA0D-4500-9D53-B7261801A0F8}"/>
              </a:ext>
            </a:extLst>
          </p:cNvPr>
          <p:cNvSpPr/>
          <p:nvPr/>
        </p:nvSpPr>
        <p:spPr>
          <a:xfrm>
            <a:off x="5108452" y="1670304"/>
            <a:ext cx="2020824" cy="96926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Projet SI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92 000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A0FA9F2-94B4-4890-8D03-3E9B27293019}"/>
              </a:ext>
            </a:extLst>
          </p:cNvPr>
          <p:cNvSpPr/>
          <p:nvPr/>
        </p:nvSpPr>
        <p:spPr>
          <a:xfrm>
            <a:off x="774195" y="5391912"/>
            <a:ext cx="1405128" cy="7162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Développeurs 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67 500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534BFF1-6169-4A8E-A286-3674A136CF1D}"/>
              </a:ext>
            </a:extLst>
          </p:cNvPr>
          <p:cNvSpPr/>
          <p:nvPr/>
        </p:nvSpPr>
        <p:spPr>
          <a:xfrm>
            <a:off x="2340867" y="5391912"/>
            <a:ext cx="1405128" cy="7162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Chef de Projet 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13 125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478BD74-2440-485C-A4C6-63171BA2A523}"/>
              </a:ext>
            </a:extLst>
          </p:cNvPr>
          <p:cNvSpPr/>
          <p:nvPr/>
        </p:nvSpPr>
        <p:spPr>
          <a:xfrm>
            <a:off x="5551174" y="4087368"/>
            <a:ext cx="1717550" cy="8077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Infrastructure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2340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F76BCDB-C860-48B0-8060-9E95EBA32FF5}"/>
              </a:ext>
            </a:extLst>
          </p:cNvPr>
          <p:cNvSpPr/>
          <p:nvPr/>
        </p:nvSpPr>
        <p:spPr>
          <a:xfrm>
            <a:off x="7463032" y="5391912"/>
            <a:ext cx="1405128" cy="71628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Monitoring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150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CC197AF-30FE-42BB-9229-CCFBCDA3F351}"/>
              </a:ext>
            </a:extLst>
          </p:cNvPr>
          <p:cNvSpPr/>
          <p:nvPr/>
        </p:nvSpPr>
        <p:spPr>
          <a:xfrm>
            <a:off x="4216908" y="5391912"/>
            <a:ext cx="1405128" cy="71628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VM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1800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5A17D19-A111-43E5-8437-CE72A40CFAA1}"/>
              </a:ext>
            </a:extLst>
          </p:cNvPr>
          <p:cNvSpPr/>
          <p:nvPr/>
        </p:nvSpPr>
        <p:spPr>
          <a:xfrm>
            <a:off x="5839970" y="5391912"/>
            <a:ext cx="1405128" cy="71628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Stockage + Réseau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390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AFAE14A-E161-47CD-A8B1-9DD8606CAEC8}"/>
              </a:ext>
            </a:extLst>
          </p:cNvPr>
          <p:cNvSpPr/>
          <p:nvPr/>
        </p:nvSpPr>
        <p:spPr>
          <a:xfrm>
            <a:off x="9724644" y="4087368"/>
            <a:ext cx="1717550" cy="80772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Formation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2400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2EC7147-7544-4D74-B887-4C4BA238C17D}"/>
              </a:ext>
            </a:extLst>
          </p:cNvPr>
          <p:cNvSpPr/>
          <p:nvPr/>
        </p:nvSpPr>
        <p:spPr>
          <a:xfrm>
            <a:off x="1482092" y="4087368"/>
            <a:ext cx="1717550" cy="8077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</a:rPr>
              <a:t>RH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80 625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672DF738-8F8E-4FB8-9AD0-51645B8E485A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6118864" y="2639568"/>
            <a:ext cx="0" cy="1447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 : en angle 26">
            <a:extLst>
              <a:ext uri="{FF2B5EF4-FFF2-40B4-BE49-F238E27FC236}">
                <a16:creationId xmlns:a16="http://schemas.microsoft.com/office/drawing/2014/main" id="{ED366E8D-49BE-4FD8-910E-9E62BAE692D5}"/>
              </a:ext>
            </a:extLst>
          </p:cNvPr>
          <p:cNvCxnSpPr>
            <a:stCxn id="15" idx="0"/>
            <a:endCxn id="6" idx="3"/>
          </p:cNvCxnSpPr>
          <p:nvPr/>
        </p:nvCxnSpPr>
        <p:spPr>
          <a:xfrm rot="16200000" flipV="1">
            <a:off x="7890132" y="1394080"/>
            <a:ext cx="1932432" cy="345414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 : en angle 28">
            <a:extLst>
              <a:ext uri="{FF2B5EF4-FFF2-40B4-BE49-F238E27FC236}">
                <a16:creationId xmlns:a16="http://schemas.microsoft.com/office/drawing/2014/main" id="{FDB34D88-FF83-45F3-842C-C4EEFCBDF414}"/>
              </a:ext>
            </a:extLst>
          </p:cNvPr>
          <p:cNvCxnSpPr>
            <a:stCxn id="4" idx="0"/>
          </p:cNvCxnSpPr>
          <p:nvPr/>
        </p:nvCxnSpPr>
        <p:spPr>
          <a:xfrm rot="5400000" flipH="1" flipV="1">
            <a:off x="2721103" y="1774700"/>
            <a:ext cx="1932433" cy="269290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 : en angle 38">
            <a:extLst>
              <a:ext uri="{FF2B5EF4-FFF2-40B4-BE49-F238E27FC236}">
                <a16:creationId xmlns:a16="http://schemas.microsoft.com/office/drawing/2014/main" id="{7BB6B8B8-080B-43DF-AC28-365C9CF1B5A9}"/>
              </a:ext>
            </a:extLst>
          </p:cNvPr>
          <p:cNvCxnSpPr>
            <a:endCxn id="10" idx="1"/>
          </p:cNvCxnSpPr>
          <p:nvPr/>
        </p:nvCxnSpPr>
        <p:spPr>
          <a:xfrm rot="5400000" flipH="1" flipV="1">
            <a:off x="4695827" y="4536565"/>
            <a:ext cx="900684" cy="81001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 : en angle 40">
            <a:extLst>
              <a:ext uri="{FF2B5EF4-FFF2-40B4-BE49-F238E27FC236}">
                <a16:creationId xmlns:a16="http://schemas.microsoft.com/office/drawing/2014/main" id="{6946704E-8F00-4F3E-A571-DC4B653F5017}"/>
              </a:ext>
            </a:extLst>
          </p:cNvPr>
          <p:cNvCxnSpPr>
            <a:stCxn id="11" idx="0"/>
            <a:endCxn id="10" idx="3"/>
          </p:cNvCxnSpPr>
          <p:nvPr/>
        </p:nvCxnSpPr>
        <p:spPr>
          <a:xfrm rot="16200000" flipV="1">
            <a:off x="7266818" y="4493134"/>
            <a:ext cx="900684" cy="89687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47C177EC-F21B-43E0-A6FB-24332B55721D}"/>
              </a:ext>
            </a:extLst>
          </p:cNvPr>
          <p:cNvCxnSpPr>
            <a:cxnSpLocks/>
          </p:cNvCxnSpPr>
          <p:nvPr/>
        </p:nvCxnSpPr>
        <p:spPr>
          <a:xfrm flipV="1">
            <a:off x="6505956" y="4895088"/>
            <a:ext cx="0" cy="4968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 : en angle 47">
            <a:extLst>
              <a:ext uri="{FF2B5EF4-FFF2-40B4-BE49-F238E27FC236}">
                <a16:creationId xmlns:a16="http://schemas.microsoft.com/office/drawing/2014/main" id="{57DF9B47-E87F-4EB4-9D05-276250EE0DB4}"/>
              </a:ext>
            </a:extLst>
          </p:cNvPr>
          <p:cNvCxnSpPr>
            <a:endCxn id="4" idx="1"/>
          </p:cNvCxnSpPr>
          <p:nvPr/>
        </p:nvCxnSpPr>
        <p:spPr>
          <a:xfrm rot="5400000" flipH="1" flipV="1">
            <a:off x="850774" y="4760594"/>
            <a:ext cx="900684" cy="36195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 : en angle 49">
            <a:extLst>
              <a:ext uri="{FF2B5EF4-FFF2-40B4-BE49-F238E27FC236}">
                <a16:creationId xmlns:a16="http://schemas.microsoft.com/office/drawing/2014/main" id="{15FF7C25-28B4-4A71-840E-D9796509911A}"/>
              </a:ext>
            </a:extLst>
          </p:cNvPr>
          <p:cNvCxnSpPr>
            <a:cxnSpLocks/>
            <a:endCxn id="4" idx="3"/>
          </p:cNvCxnSpPr>
          <p:nvPr/>
        </p:nvCxnSpPr>
        <p:spPr>
          <a:xfrm rot="16200000" flipV="1">
            <a:off x="2890016" y="4800854"/>
            <a:ext cx="900684" cy="28143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DA8729F7-16D0-4C86-A901-B1817D65AD69}"/>
              </a:ext>
            </a:extLst>
          </p:cNvPr>
          <p:cNvSpPr txBox="1"/>
          <p:nvPr/>
        </p:nvSpPr>
        <p:spPr>
          <a:xfrm>
            <a:off x="4270826" y="265616"/>
            <a:ext cx="36960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Estimation des coûts</a:t>
            </a:r>
          </a:p>
        </p:txBody>
      </p:sp>
    </p:spTree>
    <p:extLst>
      <p:ext uri="{BB962C8B-B14F-4D97-AF65-F5344CB8AC3E}">
        <p14:creationId xmlns:p14="http://schemas.microsoft.com/office/powerpoint/2010/main" val="38117612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30</Words>
  <Application>Microsoft Office PowerPoint</Application>
  <PresentationFormat>Grand écran</PresentationFormat>
  <Paragraphs>19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Anthony Pinot</dc:creator>
  <cp:lastModifiedBy>Anthony Pinot</cp:lastModifiedBy>
  <cp:revision>4</cp:revision>
  <dcterms:created xsi:type="dcterms:W3CDTF">2026-04-23T10:51:41Z</dcterms:created>
  <dcterms:modified xsi:type="dcterms:W3CDTF">2026-04-23T12:58:22Z</dcterms:modified>
</cp:coreProperties>
</file>