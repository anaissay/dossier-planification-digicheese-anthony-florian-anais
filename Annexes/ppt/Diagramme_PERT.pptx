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658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468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25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60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01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20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694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70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09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24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697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5E88-E88A-4B66-BA32-F76D7EF38050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74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D923BA3D-EA28-4DF4-A40B-F47D586C96A4}"/>
              </a:ext>
            </a:extLst>
          </p:cNvPr>
          <p:cNvSpPr/>
          <p:nvPr/>
        </p:nvSpPr>
        <p:spPr>
          <a:xfrm>
            <a:off x="4363092" y="6056481"/>
            <a:ext cx="1966705" cy="467443"/>
          </a:xfrm>
          <a:prstGeom prst="roundRect">
            <a:avLst/>
          </a:prstGeom>
          <a:solidFill>
            <a:srgbClr val="00B0F0">
              <a:alpha val="54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Fin du Projet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DDE479B7-35C4-4AEC-9F16-7031EFB4D721}"/>
              </a:ext>
            </a:extLst>
          </p:cNvPr>
          <p:cNvSpPr/>
          <p:nvPr/>
        </p:nvSpPr>
        <p:spPr>
          <a:xfrm>
            <a:off x="461517" y="4502882"/>
            <a:ext cx="2784878" cy="91397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88" b="1" dirty="0">
              <a:solidFill>
                <a:schemeClr val="tx1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6B73A24-A028-410B-91B9-EA3BF49B97C3}"/>
              </a:ext>
            </a:extLst>
          </p:cNvPr>
          <p:cNvGrpSpPr/>
          <p:nvPr/>
        </p:nvGrpSpPr>
        <p:grpSpPr>
          <a:xfrm>
            <a:off x="1130302" y="1489921"/>
            <a:ext cx="1079404" cy="829659"/>
            <a:chOff x="1130302" y="1489921"/>
            <a:chExt cx="1079404" cy="829659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7478BD74-2440-485C-A4C6-63171BA2A523}"/>
                </a:ext>
              </a:extLst>
            </p:cNvPr>
            <p:cNvSpPr/>
            <p:nvPr/>
          </p:nvSpPr>
          <p:spPr>
            <a:xfrm>
              <a:off x="1266583" y="1630599"/>
              <a:ext cx="943123" cy="68898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85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Sprint 1 </a:t>
              </a:r>
              <a:r>
                <a:rPr lang="fr-FR" sz="800" dirty="0">
                  <a:solidFill>
                    <a:schemeClr val="tx1"/>
                  </a:solidFill>
                </a:rPr>
                <a:t>Résolution Bugs + CI/CD</a:t>
              </a:r>
            </a:p>
            <a:p>
              <a:pPr algn="ctr"/>
              <a:endParaRPr lang="fr-FR" sz="788" b="1" dirty="0">
                <a:solidFill>
                  <a:schemeClr val="tx1"/>
                </a:solidFill>
              </a:endParaRPr>
            </a:p>
          </p:txBody>
        </p:sp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866488CA-1FD4-4215-8E6A-AD061FC88251}"/>
                </a:ext>
              </a:extLst>
            </p:cNvPr>
            <p:cNvSpPr/>
            <p:nvPr/>
          </p:nvSpPr>
          <p:spPr>
            <a:xfrm>
              <a:off x="1130302" y="1489921"/>
              <a:ext cx="272561" cy="28135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1</a:t>
              </a: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577DA0B9-FAE8-4475-ACEA-E0A2740F5F35}"/>
              </a:ext>
            </a:extLst>
          </p:cNvPr>
          <p:cNvGrpSpPr/>
          <p:nvPr/>
        </p:nvGrpSpPr>
        <p:grpSpPr>
          <a:xfrm>
            <a:off x="2472982" y="1486581"/>
            <a:ext cx="1079404" cy="829659"/>
            <a:chOff x="1130302" y="1489921"/>
            <a:chExt cx="1079404" cy="829659"/>
          </a:xfrm>
        </p:grpSpPr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C7150561-6E6B-4B9D-A332-187E61049187}"/>
                </a:ext>
              </a:extLst>
            </p:cNvPr>
            <p:cNvSpPr/>
            <p:nvPr/>
          </p:nvSpPr>
          <p:spPr>
            <a:xfrm>
              <a:off x="1266583" y="1630599"/>
              <a:ext cx="943123" cy="68898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85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Sprint 2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Module de Cdt.</a:t>
              </a:r>
              <a:endParaRPr lang="fr-FR" sz="788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5C0A9B1A-5A75-4B5F-8D66-986967FFDAF7}"/>
                </a:ext>
              </a:extLst>
            </p:cNvPr>
            <p:cNvSpPr/>
            <p:nvPr/>
          </p:nvSpPr>
          <p:spPr>
            <a:xfrm>
              <a:off x="1130302" y="1489921"/>
              <a:ext cx="272561" cy="28135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2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4ECB2DFA-9746-44E1-BFE4-D8C1285EAB14}"/>
              </a:ext>
            </a:extLst>
          </p:cNvPr>
          <p:cNvGrpSpPr/>
          <p:nvPr/>
        </p:nvGrpSpPr>
        <p:grpSpPr>
          <a:xfrm>
            <a:off x="3950982" y="1486581"/>
            <a:ext cx="1079404" cy="829659"/>
            <a:chOff x="1130302" y="1489921"/>
            <a:chExt cx="1079404" cy="829659"/>
          </a:xfrm>
        </p:grpSpPr>
        <p:sp>
          <p:nvSpPr>
            <p:cNvPr id="40" name="Rectangle : coins arrondis 39">
              <a:extLst>
                <a:ext uri="{FF2B5EF4-FFF2-40B4-BE49-F238E27FC236}">
                  <a16:creationId xmlns:a16="http://schemas.microsoft.com/office/drawing/2014/main" id="{ED7CAE3D-AC8F-4C36-9B62-CD8521614ACE}"/>
                </a:ext>
              </a:extLst>
            </p:cNvPr>
            <p:cNvSpPr/>
            <p:nvPr/>
          </p:nvSpPr>
          <p:spPr>
            <a:xfrm>
              <a:off x="1266583" y="1630599"/>
              <a:ext cx="943123" cy="68898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85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Sprint 3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Module Statistiques</a:t>
              </a:r>
            </a:p>
            <a:p>
              <a:pPr algn="ctr"/>
              <a:endParaRPr lang="fr-FR" sz="788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611CED90-3B4A-472D-9820-CE0625CA4C0E}"/>
                </a:ext>
              </a:extLst>
            </p:cNvPr>
            <p:cNvSpPr/>
            <p:nvPr/>
          </p:nvSpPr>
          <p:spPr>
            <a:xfrm>
              <a:off x="1130302" y="1489921"/>
              <a:ext cx="272561" cy="28135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3</a:t>
              </a:r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2F7AF218-043C-4C82-B7C0-C35FA10B7E18}"/>
              </a:ext>
            </a:extLst>
          </p:cNvPr>
          <p:cNvGrpSpPr/>
          <p:nvPr/>
        </p:nvGrpSpPr>
        <p:grpSpPr>
          <a:xfrm>
            <a:off x="5293662" y="1483241"/>
            <a:ext cx="1079404" cy="829659"/>
            <a:chOff x="1130302" y="1489921"/>
            <a:chExt cx="1079404" cy="829659"/>
          </a:xfrm>
        </p:grpSpPr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95199118-89C8-4CCC-8590-35C04218B5D3}"/>
                </a:ext>
              </a:extLst>
            </p:cNvPr>
            <p:cNvSpPr/>
            <p:nvPr/>
          </p:nvSpPr>
          <p:spPr>
            <a:xfrm>
              <a:off x="1266583" y="1630599"/>
              <a:ext cx="943123" cy="68898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85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Sprint 4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Front JS</a:t>
              </a:r>
            </a:p>
            <a:p>
              <a:pPr algn="ctr"/>
              <a:endParaRPr lang="fr-FR" sz="788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5701D67E-9CEF-4CB1-A65A-06E5FB3E0C1E}"/>
                </a:ext>
              </a:extLst>
            </p:cNvPr>
            <p:cNvSpPr/>
            <p:nvPr/>
          </p:nvSpPr>
          <p:spPr>
            <a:xfrm>
              <a:off x="1130302" y="1489921"/>
              <a:ext cx="272561" cy="28135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4</a:t>
              </a:r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ADF31F1A-4EEE-4D9F-9295-D84DAAB5585B}"/>
              </a:ext>
            </a:extLst>
          </p:cNvPr>
          <p:cNvGrpSpPr/>
          <p:nvPr/>
        </p:nvGrpSpPr>
        <p:grpSpPr>
          <a:xfrm>
            <a:off x="6903483" y="1489921"/>
            <a:ext cx="1079404" cy="829659"/>
            <a:chOff x="1130302" y="1489921"/>
            <a:chExt cx="1079404" cy="829659"/>
          </a:xfrm>
        </p:grpSpPr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A29FA480-129E-406F-954D-D9071A9D49ED}"/>
                </a:ext>
              </a:extLst>
            </p:cNvPr>
            <p:cNvSpPr/>
            <p:nvPr/>
          </p:nvSpPr>
          <p:spPr>
            <a:xfrm>
              <a:off x="1266583" y="1630599"/>
              <a:ext cx="943123" cy="68898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85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Sprint 5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Module Mailing</a:t>
              </a:r>
              <a:endParaRPr lang="fr-FR" sz="788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DDD47684-AB2F-460E-A86E-A8D3B46EF62B}"/>
                </a:ext>
              </a:extLst>
            </p:cNvPr>
            <p:cNvSpPr/>
            <p:nvPr/>
          </p:nvSpPr>
          <p:spPr>
            <a:xfrm>
              <a:off x="1130302" y="1489921"/>
              <a:ext cx="272561" cy="28135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5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41711FB3-93F3-48B2-9327-56B992360D75}"/>
              </a:ext>
            </a:extLst>
          </p:cNvPr>
          <p:cNvGrpSpPr/>
          <p:nvPr/>
        </p:nvGrpSpPr>
        <p:grpSpPr>
          <a:xfrm>
            <a:off x="3964157" y="346511"/>
            <a:ext cx="1079404" cy="763309"/>
            <a:chOff x="3964157" y="346511"/>
            <a:chExt cx="1079404" cy="763309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06A4E8A9-137B-4B22-984D-CB825DB35ECD}"/>
                </a:ext>
              </a:extLst>
            </p:cNvPr>
            <p:cNvSpPr/>
            <p:nvPr/>
          </p:nvSpPr>
          <p:spPr>
            <a:xfrm>
              <a:off x="4100438" y="420839"/>
              <a:ext cx="943123" cy="68898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85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Sprint 0</a:t>
              </a:r>
            </a:p>
            <a:p>
              <a:pPr algn="ctr"/>
              <a:r>
                <a:rPr lang="fr-FR" sz="900" dirty="0" err="1">
                  <a:solidFill>
                    <a:schemeClr val="tx1"/>
                  </a:solidFill>
                </a:rPr>
                <a:t>Auth</a:t>
              </a:r>
              <a:r>
                <a:rPr lang="fr-FR" sz="900" dirty="0">
                  <a:solidFill>
                    <a:schemeClr val="tx1"/>
                  </a:solidFill>
                </a:rPr>
                <a:t>, CRUD, Git</a:t>
              </a:r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2461FE03-BEFA-41AF-BBE8-56609DF2A00B}"/>
                </a:ext>
              </a:extLst>
            </p:cNvPr>
            <p:cNvSpPr/>
            <p:nvPr/>
          </p:nvSpPr>
          <p:spPr>
            <a:xfrm>
              <a:off x="3964157" y="346511"/>
              <a:ext cx="272561" cy="28135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0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F9A4CF41-F43A-48B5-92CB-395E46C765B3}"/>
              </a:ext>
            </a:extLst>
          </p:cNvPr>
          <p:cNvGrpSpPr/>
          <p:nvPr/>
        </p:nvGrpSpPr>
        <p:grpSpPr>
          <a:xfrm>
            <a:off x="4656417" y="2552325"/>
            <a:ext cx="1150689" cy="800725"/>
            <a:chOff x="4656417" y="2552325"/>
            <a:chExt cx="1150689" cy="800725"/>
          </a:xfrm>
        </p:grpSpPr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B51F032F-409D-4C5C-862C-118B2C205F5C}"/>
                </a:ext>
              </a:extLst>
            </p:cNvPr>
            <p:cNvSpPr/>
            <p:nvPr/>
          </p:nvSpPr>
          <p:spPr>
            <a:xfrm>
              <a:off x="4783521" y="2664069"/>
              <a:ext cx="1023585" cy="688981"/>
            </a:xfrm>
            <a:prstGeom prst="roundRect">
              <a:avLst/>
            </a:prstGeom>
            <a:solidFill>
              <a:srgbClr val="FF0000">
                <a:alpha val="54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Sprint 6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Tests Front / Optimisations UX</a:t>
              </a:r>
            </a:p>
            <a:p>
              <a:pPr algn="ctr"/>
              <a:endParaRPr lang="fr-FR" sz="788" b="1" dirty="0">
                <a:solidFill>
                  <a:schemeClr val="tx1"/>
                </a:solidFill>
              </a:endParaRP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30FADF83-B2DC-4647-A222-F071D60EA86F}"/>
                </a:ext>
              </a:extLst>
            </p:cNvPr>
            <p:cNvSpPr/>
            <p:nvPr/>
          </p:nvSpPr>
          <p:spPr>
            <a:xfrm>
              <a:off x="4656417" y="2552325"/>
              <a:ext cx="272561" cy="2813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6</a:t>
              </a: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4EF7CAD7-029A-4DA3-A232-9038597FE1F8}"/>
              </a:ext>
            </a:extLst>
          </p:cNvPr>
          <p:cNvGrpSpPr/>
          <p:nvPr/>
        </p:nvGrpSpPr>
        <p:grpSpPr>
          <a:xfrm>
            <a:off x="4656417" y="3700879"/>
            <a:ext cx="1150689" cy="800725"/>
            <a:chOff x="4656417" y="2552325"/>
            <a:chExt cx="1150689" cy="800725"/>
          </a:xfrm>
        </p:grpSpPr>
        <p:sp>
          <p:nvSpPr>
            <p:cNvPr id="60" name="Rectangle : coins arrondis 59">
              <a:extLst>
                <a:ext uri="{FF2B5EF4-FFF2-40B4-BE49-F238E27FC236}">
                  <a16:creationId xmlns:a16="http://schemas.microsoft.com/office/drawing/2014/main" id="{DEE006F5-BDD2-4DCE-815E-14C88C30868D}"/>
                </a:ext>
              </a:extLst>
            </p:cNvPr>
            <p:cNvSpPr/>
            <p:nvPr/>
          </p:nvSpPr>
          <p:spPr>
            <a:xfrm>
              <a:off x="4783521" y="2664069"/>
              <a:ext cx="1023585" cy="688981"/>
            </a:xfrm>
            <a:prstGeom prst="roundRect">
              <a:avLst/>
            </a:prstGeom>
            <a:solidFill>
              <a:srgbClr val="FF0000">
                <a:alpha val="54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Sprint 7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Recette + Migrations</a:t>
              </a:r>
            </a:p>
            <a:p>
              <a:pPr algn="ctr"/>
              <a:endParaRPr lang="fr-FR" sz="788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BD359B82-FC95-4A7A-856A-1889039E6968}"/>
                </a:ext>
              </a:extLst>
            </p:cNvPr>
            <p:cNvSpPr/>
            <p:nvPr/>
          </p:nvSpPr>
          <p:spPr>
            <a:xfrm>
              <a:off x="4656417" y="2552325"/>
              <a:ext cx="272561" cy="2813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7</a:t>
              </a: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14B12BA7-4D75-46AA-BA4A-F3083BD41731}"/>
              </a:ext>
            </a:extLst>
          </p:cNvPr>
          <p:cNvGrpSpPr/>
          <p:nvPr/>
        </p:nvGrpSpPr>
        <p:grpSpPr>
          <a:xfrm>
            <a:off x="4656417" y="4822808"/>
            <a:ext cx="1150689" cy="800725"/>
            <a:chOff x="4656417" y="2552325"/>
            <a:chExt cx="1150689" cy="800725"/>
          </a:xfrm>
        </p:grpSpPr>
        <p:sp>
          <p:nvSpPr>
            <p:cNvPr id="63" name="Rectangle : coins arrondis 62">
              <a:extLst>
                <a:ext uri="{FF2B5EF4-FFF2-40B4-BE49-F238E27FC236}">
                  <a16:creationId xmlns:a16="http://schemas.microsoft.com/office/drawing/2014/main" id="{F61D041C-D6C4-44F9-B2AD-273C434C2894}"/>
                </a:ext>
              </a:extLst>
            </p:cNvPr>
            <p:cNvSpPr/>
            <p:nvPr/>
          </p:nvSpPr>
          <p:spPr>
            <a:xfrm>
              <a:off x="4783521" y="2664069"/>
              <a:ext cx="1023585" cy="688981"/>
            </a:xfrm>
            <a:prstGeom prst="roundRect">
              <a:avLst/>
            </a:prstGeom>
            <a:solidFill>
              <a:srgbClr val="FF0000">
                <a:alpha val="54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Sprint 8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Déploiement /Doc/Formation</a:t>
              </a:r>
            </a:p>
            <a:p>
              <a:pPr algn="ctr"/>
              <a:endParaRPr lang="fr-FR" sz="788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B5FBD3D0-914F-4168-ADA5-1235085CB971}"/>
                </a:ext>
              </a:extLst>
            </p:cNvPr>
            <p:cNvSpPr/>
            <p:nvPr/>
          </p:nvSpPr>
          <p:spPr>
            <a:xfrm>
              <a:off x="4656417" y="2552325"/>
              <a:ext cx="272561" cy="2813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8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097E0367-3728-40DB-AAB2-577ACABACFFA}"/>
              </a:ext>
            </a:extLst>
          </p:cNvPr>
          <p:cNvGrpSpPr/>
          <p:nvPr/>
        </p:nvGrpSpPr>
        <p:grpSpPr>
          <a:xfrm>
            <a:off x="674314" y="4840586"/>
            <a:ext cx="2359283" cy="295699"/>
            <a:chOff x="853793" y="3708989"/>
            <a:chExt cx="2359283" cy="295699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0AB0E5AD-C458-4B4A-B280-54BEA439A6CA}"/>
                </a:ext>
              </a:extLst>
            </p:cNvPr>
            <p:cNvSpPr/>
            <p:nvPr/>
          </p:nvSpPr>
          <p:spPr>
            <a:xfrm>
              <a:off x="853793" y="3708989"/>
              <a:ext cx="272561" cy="28135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0</a:t>
              </a:r>
            </a:p>
          </p:txBody>
        </p:sp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FC3463DB-D54E-4C24-83E4-A538E0F7406C}"/>
                </a:ext>
              </a:extLst>
            </p:cNvPr>
            <p:cNvSpPr/>
            <p:nvPr/>
          </p:nvSpPr>
          <p:spPr>
            <a:xfrm>
              <a:off x="1429418" y="3715225"/>
              <a:ext cx="272561" cy="28135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4</a:t>
              </a:r>
            </a:p>
          </p:txBody>
        </p: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373DDF32-9B9C-45A9-B72F-76DC44DB2AA3}"/>
                </a:ext>
              </a:extLst>
            </p:cNvPr>
            <p:cNvSpPr/>
            <p:nvPr/>
          </p:nvSpPr>
          <p:spPr>
            <a:xfrm>
              <a:off x="1945937" y="3723334"/>
              <a:ext cx="272561" cy="2813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6</a:t>
              </a:r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189F6D4A-0321-47A2-9461-B0289F07ABDA}"/>
                </a:ext>
              </a:extLst>
            </p:cNvPr>
            <p:cNvSpPr/>
            <p:nvPr/>
          </p:nvSpPr>
          <p:spPr>
            <a:xfrm>
              <a:off x="2457477" y="3720965"/>
              <a:ext cx="272561" cy="2813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7</a:t>
              </a:r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B6E7A541-E5DB-4C5B-9734-DE8DDC77D582}"/>
                </a:ext>
              </a:extLst>
            </p:cNvPr>
            <p:cNvSpPr/>
            <p:nvPr/>
          </p:nvSpPr>
          <p:spPr>
            <a:xfrm>
              <a:off x="2940515" y="3720965"/>
              <a:ext cx="272561" cy="2813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Aharoni" panose="020B0604020202020204" pitchFamily="2" charset="-79"/>
                  <a:cs typeface="Aharoni" panose="020B0604020202020204" pitchFamily="2" charset="-79"/>
                </a:rPr>
                <a:t>8</a:t>
              </a: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6A76A955-E7BB-47C8-BC53-730D5A512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7624" y="3849666"/>
              <a:ext cx="223756" cy="46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avec flèche 70">
              <a:extLst>
                <a:ext uri="{FF2B5EF4-FFF2-40B4-BE49-F238E27FC236}">
                  <a16:creationId xmlns:a16="http://schemas.microsoft.com/office/drawing/2014/main" id="{1A934797-B395-4E8E-8BEC-A97BFCFA30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6994" y="3853912"/>
              <a:ext cx="223756" cy="46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eur droit avec flèche 71">
              <a:extLst>
                <a:ext uri="{FF2B5EF4-FFF2-40B4-BE49-F238E27FC236}">
                  <a16:creationId xmlns:a16="http://schemas.microsoft.com/office/drawing/2014/main" id="{941D87B7-0102-4846-848B-CB76B738D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6257" y="3848052"/>
              <a:ext cx="223756" cy="46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eur droit avec flèche 72">
              <a:extLst>
                <a:ext uri="{FF2B5EF4-FFF2-40B4-BE49-F238E27FC236}">
                  <a16:creationId xmlns:a16="http://schemas.microsoft.com/office/drawing/2014/main" id="{63031A69-4B69-4F3C-BE00-FF71F69BDC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5085" y="3864011"/>
              <a:ext cx="223756" cy="46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ZoneTexte 80">
            <a:extLst>
              <a:ext uri="{FF2B5EF4-FFF2-40B4-BE49-F238E27FC236}">
                <a16:creationId xmlns:a16="http://schemas.microsoft.com/office/drawing/2014/main" id="{74A2D75D-606E-43AD-A457-58B02A9F48F1}"/>
              </a:ext>
            </a:extLst>
          </p:cNvPr>
          <p:cNvSpPr txBox="1"/>
          <p:nvPr/>
        </p:nvSpPr>
        <p:spPr>
          <a:xfrm>
            <a:off x="1017217" y="4482454"/>
            <a:ext cx="16649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Chemin critique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24144FFE-86BB-441A-9A17-74ABE05DC1BB}"/>
              </a:ext>
            </a:extLst>
          </p:cNvPr>
          <p:cNvSpPr txBox="1"/>
          <p:nvPr/>
        </p:nvSpPr>
        <p:spPr>
          <a:xfrm>
            <a:off x="760865" y="5102346"/>
            <a:ext cx="207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Durée min. : 10 semaines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A4B575F-430C-421D-8055-69435B478EA1}"/>
              </a:ext>
            </a:extLst>
          </p:cNvPr>
          <p:cNvSpPr txBox="1"/>
          <p:nvPr/>
        </p:nvSpPr>
        <p:spPr>
          <a:xfrm>
            <a:off x="1277491" y="2067834"/>
            <a:ext cx="893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2 semaines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F27B1D3-2BE3-4179-96F5-FEEFE7B7074B}"/>
              </a:ext>
            </a:extLst>
          </p:cNvPr>
          <p:cNvSpPr txBox="1"/>
          <p:nvPr/>
        </p:nvSpPr>
        <p:spPr>
          <a:xfrm>
            <a:off x="2640135" y="2052123"/>
            <a:ext cx="893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2 semaines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4A871B1E-405D-48EF-ADBA-468424EDBB2B}"/>
              </a:ext>
            </a:extLst>
          </p:cNvPr>
          <p:cNvSpPr txBox="1"/>
          <p:nvPr/>
        </p:nvSpPr>
        <p:spPr>
          <a:xfrm>
            <a:off x="4112021" y="2053209"/>
            <a:ext cx="893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2 semaines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9A7677F3-BE37-491C-AFDD-041AF6E157D5}"/>
              </a:ext>
            </a:extLst>
          </p:cNvPr>
          <p:cNvSpPr txBox="1"/>
          <p:nvPr/>
        </p:nvSpPr>
        <p:spPr>
          <a:xfrm>
            <a:off x="5466730" y="2045975"/>
            <a:ext cx="893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2 semaines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F1A3DF7C-0619-43D1-9E1E-5BFF0CAC1A1D}"/>
              </a:ext>
            </a:extLst>
          </p:cNvPr>
          <p:cNvSpPr txBox="1"/>
          <p:nvPr/>
        </p:nvSpPr>
        <p:spPr>
          <a:xfrm>
            <a:off x="7064523" y="2053209"/>
            <a:ext cx="893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2 semaines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DD4D902E-475B-4EAD-A007-100DD225DAD3}"/>
              </a:ext>
            </a:extLst>
          </p:cNvPr>
          <p:cNvSpPr txBox="1"/>
          <p:nvPr/>
        </p:nvSpPr>
        <p:spPr>
          <a:xfrm>
            <a:off x="4846859" y="3091408"/>
            <a:ext cx="893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2 semaines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E28CDFB7-E202-45F0-9B43-FE3404D9CE00}"/>
              </a:ext>
            </a:extLst>
          </p:cNvPr>
          <p:cNvSpPr txBox="1"/>
          <p:nvPr/>
        </p:nvSpPr>
        <p:spPr>
          <a:xfrm>
            <a:off x="4846859" y="4243471"/>
            <a:ext cx="893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2 semaines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5234EF85-A3D8-43D1-A87A-7F9003EA5EFC}"/>
              </a:ext>
            </a:extLst>
          </p:cNvPr>
          <p:cNvSpPr txBox="1"/>
          <p:nvPr/>
        </p:nvSpPr>
        <p:spPr>
          <a:xfrm>
            <a:off x="4854395" y="5369444"/>
            <a:ext cx="893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2 semaines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4B29AFD8-F193-4B38-9B9A-B5F8CC4531FF}"/>
              </a:ext>
            </a:extLst>
          </p:cNvPr>
          <p:cNvSpPr txBox="1"/>
          <p:nvPr/>
        </p:nvSpPr>
        <p:spPr>
          <a:xfrm>
            <a:off x="4102630" y="883356"/>
            <a:ext cx="893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2 semaines</a:t>
            </a:r>
          </a:p>
        </p:txBody>
      </p: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D9DA2D24-FA8E-4A9A-BAA6-20EEAF3AADF1}"/>
              </a:ext>
            </a:extLst>
          </p:cNvPr>
          <p:cNvCxnSpPr>
            <a:stCxn id="92" idx="2"/>
            <a:endCxn id="40" idx="0"/>
          </p:cNvCxnSpPr>
          <p:nvPr/>
        </p:nvCxnSpPr>
        <p:spPr>
          <a:xfrm>
            <a:off x="4549433" y="1144966"/>
            <a:ext cx="9392" cy="4822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 : en angle 98">
            <a:extLst>
              <a:ext uri="{FF2B5EF4-FFF2-40B4-BE49-F238E27FC236}">
                <a16:creationId xmlns:a16="http://schemas.microsoft.com/office/drawing/2014/main" id="{CA0E27FB-979B-4F23-AB2A-76507AB635AE}"/>
              </a:ext>
            </a:extLst>
          </p:cNvPr>
          <p:cNvCxnSpPr>
            <a:stCxn id="26" idx="1"/>
            <a:endCxn id="36" idx="0"/>
          </p:cNvCxnSpPr>
          <p:nvPr/>
        </p:nvCxnSpPr>
        <p:spPr>
          <a:xfrm rot="10800000" flipV="1">
            <a:off x="3080826" y="765329"/>
            <a:ext cx="1019613" cy="86192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 : en angle 99">
            <a:extLst>
              <a:ext uri="{FF2B5EF4-FFF2-40B4-BE49-F238E27FC236}">
                <a16:creationId xmlns:a16="http://schemas.microsoft.com/office/drawing/2014/main" id="{587BE615-98CC-4DD6-97FE-559B7E1C588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49476" y="762822"/>
            <a:ext cx="1407840" cy="857906"/>
          </a:xfrm>
          <a:prstGeom prst="bentConnector3">
            <a:avLst>
              <a:gd name="adj1" fmla="val 10495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 : en angle 106">
            <a:extLst>
              <a:ext uri="{FF2B5EF4-FFF2-40B4-BE49-F238E27FC236}">
                <a16:creationId xmlns:a16="http://schemas.microsoft.com/office/drawing/2014/main" id="{8863B80D-2B2B-49D6-BC8F-C9002FB44C74}"/>
              </a:ext>
            </a:extLst>
          </p:cNvPr>
          <p:cNvCxnSpPr>
            <a:cxnSpLocks/>
            <a:stCxn id="26" idx="3"/>
            <a:endCxn id="44" idx="0"/>
          </p:cNvCxnSpPr>
          <p:nvPr/>
        </p:nvCxnSpPr>
        <p:spPr>
          <a:xfrm>
            <a:off x="5043561" y="765330"/>
            <a:ext cx="857944" cy="85858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 : en angle 109">
            <a:extLst>
              <a:ext uri="{FF2B5EF4-FFF2-40B4-BE49-F238E27FC236}">
                <a16:creationId xmlns:a16="http://schemas.microsoft.com/office/drawing/2014/main" id="{E131FD58-F2F7-4813-9645-B506EA6F21F0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5901504" y="760736"/>
            <a:ext cx="1609822" cy="86986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 : en angle 113">
            <a:extLst>
              <a:ext uri="{FF2B5EF4-FFF2-40B4-BE49-F238E27FC236}">
                <a16:creationId xmlns:a16="http://schemas.microsoft.com/office/drawing/2014/main" id="{F196AB9E-C2A5-4730-8816-72CAD9EB3F1C}"/>
              </a:ext>
            </a:extLst>
          </p:cNvPr>
          <p:cNvCxnSpPr>
            <a:cxnSpLocks/>
            <a:stCxn id="10" idx="2"/>
            <a:endCxn id="60" idx="1"/>
          </p:cNvCxnSpPr>
          <p:nvPr/>
        </p:nvCxnSpPr>
        <p:spPr>
          <a:xfrm rot="16200000" flipH="1">
            <a:off x="2342066" y="1715659"/>
            <a:ext cx="1837534" cy="3045376"/>
          </a:xfrm>
          <a:prstGeom prst="bentConnector2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6861DEAE-D8DF-4FED-A7AC-EE266C2C4B03}"/>
              </a:ext>
            </a:extLst>
          </p:cNvPr>
          <p:cNvCxnSpPr>
            <a:cxnSpLocks/>
          </p:cNvCxnSpPr>
          <p:nvPr/>
        </p:nvCxnSpPr>
        <p:spPr>
          <a:xfrm>
            <a:off x="3079929" y="2339767"/>
            <a:ext cx="7009" cy="1817347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>
            <a:extLst>
              <a:ext uri="{FF2B5EF4-FFF2-40B4-BE49-F238E27FC236}">
                <a16:creationId xmlns:a16="http://schemas.microsoft.com/office/drawing/2014/main" id="{41E2B341-B6FB-485C-9CF3-E1D4350A41B1}"/>
              </a:ext>
            </a:extLst>
          </p:cNvPr>
          <p:cNvCxnSpPr>
            <a:cxnSpLocks/>
          </p:cNvCxnSpPr>
          <p:nvPr/>
        </p:nvCxnSpPr>
        <p:spPr>
          <a:xfrm flipH="1">
            <a:off x="4393056" y="2344685"/>
            <a:ext cx="10593" cy="183266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 : en angle 120">
            <a:extLst>
              <a:ext uri="{FF2B5EF4-FFF2-40B4-BE49-F238E27FC236}">
                <a16:creationId xmlns:a16="http://schemas.microsoft.com/office/drawing/2014/main" id="{F6BC6366-4649-449D-8A3E-B456C9EB8C5D}"/>
              </a:ext>
            </a:extLst>
          </p:cNvPr>
          <p:cNvCxnSpPr>
            <a:cxnSpLocks/>
          </p:cNvCxnSpPr>
          <p:nvPr/>
        </p:nvCxnSpPr>
        <p:spPr>
          <a:xfrm rot="5400000">
            <a:off x="5612882" y="2352429"/>
            <a:ext cx="310437" cy="27726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 : en angle 128">
            <a:extLst>
              <a:ext uri="{FF2B5EF4-FFF2-40B4-BE49-F238E27FC236}">
                <a16:creationId xmlns:a16="http://schemas.microsoft.com/office/drawing/2014/main" id="{4BE6DD28-7D24-423E-A311-0E1550245944}"/>
              </a:ext>
            </a:extLst>
          </p:cNvPr>
          <p:cNvCxnSpPr>
            <a:cxnSpLocks/>
            <a:stCxn id="49" idx="2"/>
            <a:endCxn id="28" idx="3"/>
          </p:cNvCxnSpPr>
          <p:nvPr/>
        </p:nvCxnSpPr>
        <p:spPr>
          <a:xfrm rot="5400000">
            <a:off x="6314726" y="1811960"/>
            <a:ext cx="688980" cy="1704220"/>
          </a:xfrm>
          <a:prstGeom prst="bentConnector2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81D81DFF-A489-4752-877E-B6FEC0D1CF90}"/>
              </a:ext>
            </a:extLst>
          </p:cNvPr>
          <p:cNvCxnSpPr/>
          <p:nvPr/>
        </p:nvCxnSpPr>
        <p:spPr>
          <a:xfrm>
            <a:off x="5282084" y="3334176"/>
            <a:ext cx="9392" cy="4822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9AE1765D-DC07-42C5-8924-0FFCCBE92CB3}"/>
              </a:ext>
            </a:extLst>
          </p:cNvPr>
          <p:cNvCxnSpPr>
            <a:cxnSpLocks/>
            <a:stCxn id="60" idx="2"/>
            <a:endCxn id="63" idx="0"/>
          </p:cNvCxnSpPr>
          <p:nvPr/>
        </p:nvCxnSpPr>
        <p:spPr>
          <a:xfrm>
            <a:off x="5295314" y="4501604"/>
            <a:ext cx="0" cy="4329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7F640F64-6278-409A-AC33-F848FC2099C3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5337052" y="5617856"/>
            <a:ext cx="9393" cy="438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8D474EE5-894D-4B68-A074-FDBCDCB887ED}"/>
              </a:ext>
            </a:extLst>
          </p:cNvPr>
          <p:cNvCxnSpPr>
            <a:cxnSpLocks/>
          </p:cNvCxnSpPr>
          <p:nvPr/>
        </p:nvCxnSpPr>
        <p:spPr>
          <a:xfrm>
            <a:off x="6791460" y="5162063"/>
            <a:ext cx="4654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avec flèche 145">
            <a:extLst>
              <a:ext uri="{FF2B5EF4-FFF2-40B4-BE49-F238E27FC236}">
                <a16:creationId xmlns:a16="http://schemas.microsoft.com/office/drawing/2014/main" id="{ABDF20B3-547A-4469-B94B-794A49BF8FB6}"/>
              </a:ext>
            </a:extLst>
          </p:cNvPr>
          <p:cNvCxnSpPr>
            <a:cxnSpLocks/>
          </p:cNvCxnSpPr>
          <p:nvPr/>
        </p:nvCxnSpPr>
        <p:spPr>
          <a:xfrm>
            <a:off x="6791460" y="5465857"/>
            <a:ext cx="502373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ZoneTexte 149">
            <a:extLst>
              <a:ext uri="{FF2B5EF4-FFF2-40B4-BE49-F238E27FC236}">
                <a16:creationId xmlns:a16="http://schemas.microsoft.com/office/drawing/2014/main" id="{71B11730-A486-4685-A3DF-A163155C68C7}"/>
              </a:ext>
            </a:extLst>
          </p:cNvPr>
          <p:cNvSpPr txBox="1"/>
          <p:nvPr/>
        </p:nvSpPr>
        <p:spPr>
          <a:xfrm>
            <a:off x="7377542" y="4999439"/>
            <a:ext cx="103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/>
              <a:t>Dépendance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E1751F49-84DF-4933-8C5F-43BED4D4AF54}"/>
              </a:ext>
            </a:extLst>
          </p:cNvPr>
          <p:cNvSpPr txBox="1"/>
          <p:nvPr/>
        </p:nvSpPr>
        <p:spPr>
          <a:xfrm>
            <a:off x="7377542" y="5327608"/>
            <a:ext cx="16722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/>
              <a:t>Dépendance indirecte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F49FE244-B0D8-4C21-97FA-045BC5B837FB}"/>
              </a:ext>
            </a:extLst>
          </p:cNvPr>
          <p:cNvSpPr txBox="1"/>
          <p:nvPr/>
        </p:nvSpPr>
        <p:spPr>
          <a:xfrm>
            <a:off x="6545903" y="4650338"/>
            <a:ext cx="103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/>
              <a:t>Légende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153" name="Rectangle : coins arrondis 152">
            <a:extLst>
              <a:ext uri="{FF2B5EF4-FFF2-40B4-BE49-F238E27FC236}">
                <a16:creationId xmlns:a16="http://schemas.microsoft.com/office/drawing/2014/main" id="{D9E43217-6B18-422D-AD7C-416F8AEE7FC3}"/>
              </a:ext>
            </a:extLst>
          </p:cNvPr>
          <p:cNvSpPr/>
          <p:nvPr/>
        </p:nvSpPr>
        <p:spPr>
          <a:xfrm>
            <a:off x="6489962" y="4573372"/>
            <a:ext cx="2503964" cy="13174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88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76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440</TotalTime>
  <Words>99</Words>
  <Application>Microsoft Office PowerPoint</Application>
  <PresentationFormat>Affichage à l'écran (4:3)</PresentationFormat>
  <Paragraphs>46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Aharoni</vt:lpstr>
      <vt:lpstr>Arial</vt:lpstr>
      <vt:lpstr>Calibri</vt:lpstr>
      <vt:lpstr>Calibri Light</vt:lpstr>
      <vt:lpstr>Office 2013 - 2022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Anthony Pinot</dc:creator>
  <cp:lastModifiedBy>Anthony Pinot</cp:lastModifiedBy>
  <cp:revision>9</cp:revision>
  <dcterms:created xsi:type="dcterms:W3CDTF">2026-04-23T10:51:41Z</dcterms:created>
  <dcterms:modified xsi:type="dcterms:W3CDTF">2026-04-24T13:50:16Z</dcterms:modified>
</cp:coreProperties>
</file>